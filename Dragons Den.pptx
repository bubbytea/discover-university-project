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02bc0a80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02bc0a80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202bc0a80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202bc0a80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02bc0a802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202bc0a802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869650" y="16916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Best Part of Lockdown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416450" y="3861250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By John and Vincent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Main Ideas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3711600" cy="16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Covid lockdown.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Tips to survive lockdown in 30 years time.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What we did.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Our hobbies.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Making a website for Rainbow Six Siege.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900" y="1950050"/>
            <a:ext cx="3866076" cy="217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Plans for our Website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625"/>
            <a:ext cx="42348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planning to include: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use of HTML and CSS.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white and grey colour </a:t>
            </a:r>
            <a:r>
              <a:rPr lang="en"/>
              <a:t>scheme</a:t>
            </a:r>
            <a:r>
              <a:rPr lang="en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navbar and footer.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CSS.</a:t>
            </a:r>
            <a:endParaRPr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875" y="3931313"/>
            <a:ext cx="464820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4975" y="1515900"/>
            <a:ext cx="3287224" cy="20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listening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